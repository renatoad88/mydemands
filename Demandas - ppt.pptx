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Coluna1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EE9-4AB1-B3E1-FE0B5E012492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9-4AB1-B3E1-FE0B5E012492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9-4AB1-B3E1-FE0B5E012492}"/>
              </c:ext>
            </c:extLst>
          </c:dPt>
          <c:cat>
            <c:strRef>
              <c:f>Planilha1!$A$2:$A$4</c:f>
              <c:strCache>
                <c:ptCount val="3"/>
                <c:pt idx="0">
                  <c:v>Alta</c:v>
                </c:pt>
                <c:pt idx="1">
                  <c:v>Média</c:v>
                </c:pt>
                <c:pt idx="2">
                  <c:v>Baixa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4</c:v>
                </c:pt>
                <c:pt idx="1">
                  <c:v>10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9-4AB1-B3E1-FE0B5E012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0D72F-E67D-A600-FF62-7D45B1420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FBA3CC-2345-C3B4-2F96-219BD8D6E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28A5A-162E-E646-76FE-DEC675CC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FCF60C-5B0C-A478-1BBC-203990D6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B2606E-79C2-1348-F5A1-5205058E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433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7009B-1E79-54E4-5105-B0811FFC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5CE60C-7DC6-8E0D-22A4-D5D9AFEE1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16934-9FF4-D412-6561-DF6374E3E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203B8-A5EB-753C-7ECE-C6AEE2CD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09516D-E537-3595-10C7-4211009A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81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C9A09-044A-FC19-5487-DD70A93B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93C3E4-376A-528D-CDFE-77C545A3A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5237D4-4B87-A1CF-E7FC-7B86CE2C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9FBF62-C95C-9004-15C5-55A59B06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EE01D1-A8A8-AF5E-BA84-E9CC912C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02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A4F0C-A56A-7D71-AE18-8E3F0F24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59F228-1041-4D9B-50A9-2E533D6C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E6896B-AC7A-9CF2-DE58-94B10E621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A05D01-73B8-CB8F-0402-FD6B6073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346B64-BDB4-43DC-95D7-D8610339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96338C-70FF-E5D0-3AF6-94156EBD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1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B8759-E089-097B-1148-1A442EE4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0EFB3D-DC3C-16F2-0CBB-DC3733B7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3A1F6-CA13-AF84-CE09-8963011CB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DD93C9-2ACD-C424-E430-B99DD0DD1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6D94F3-48B0-1B67-6B3E-17A1992DD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41868A1-BBF3-9D75-0CF3-58BCA62C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48364A3-7CBD-8ACB-E9F1-803C7D79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C36C9A-C782-62A7-0D3D-B42136B5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81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B7B6C-B28D-385E-45B0-2D65328D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1AFEDF-48AA-C35B-7A1C-83627A0F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BB18DD-9460-70D5-0E25-69742EE7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8B8FFC-8B89-7D12-8F59-3BC777DC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22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7719CC-26F8-251C-6F0B-9DADC2FE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4EFB1A-992F-054C-C5E3-D4A7DC9B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A2C887-E728-3934-BCEC-DBDA6A01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39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43BBD-A99E-8D5A-6259-01DD10F1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0DE143-8925-3763-D10B-6EAD34240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043022-911F-B1AC-29C1-6077931FA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4568C1-352E-B067-819B-42F56756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309754-471A-E726-8270-0672B4941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5A97E8-4C6C-05F4-B801-FF52591A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63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B9EF0-5215-7DC1-9FF9-D38F3E9F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3BB7EB-91C8-F1D6-1F3D-3488D1E93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3296EA-EA55-51F4-144C-2953E211E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B2BD61-878D-1E13-89E2-D86C31C4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A4C7D1-78CE-A331-D9F3-B8FAD3D7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7AF0FD-539E-86EA-ED9E-24029245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937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A531A-293F-333D-A420-BD2BC459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498D33-9C7C-D88A-21B7-DC806EDE4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9F7231-EFA7-9777-F9F7-4BE45E0C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514ECD-8CCB-B1DA-80D3-C3BB6759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17F25E-EAF1-8CA2-ABBC-2400B205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1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2741CD-649D-A2D4-6297-DCE9A3365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9D41F9-930B-54B8-DF78-B48EA2971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AB2D5-603A-11AF-D476-5D4B72FA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65E079-586E-503B-5387-D1807B20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44260A-9EDA-AA9F-E4FB-E61FD91E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8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A231F6-D4C9-DB39-6CB3-0C1A776C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3E913A-BACC-16DD-F8AC-3F8FBE52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29CEF3-E1C2-32B6-C730-1E16C8013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DFED9-88FB-470F-B9DB-405D534A284B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41DF9F-9659-83D5-B468-D63F68111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99672-BB47-F12C-EE29-9063613A4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5A4DD-1E9F-4E48-BF19-0A9E4A4C6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19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A7CEA3C-8669-3BAF-87CE-6F5CDCCF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160"/>
            <a:ext cx="12192000" cy="486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7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D16C-8617-AE6F-4BC4-52A1D4B3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D50C768-60FC-3DCD-D29C-9F431D7FD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160"/>
            <a:ext cx="12192000" cy="486368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29D9B03-9E98-13CC-C10B-A70A0E267330}"/>
              </a:ext>
            </a:extLst>
          </p:cNvPr>
          <p:cNvSpPr/>
          <p:nvPr/>
        </p:nvSpPr>
        <p:spPr>
          <a:xfrm>
            <a:off x="259978" y="1658470"/>
            <a:ext cx="2572870" cy="1219200"/>
          </a:xfrm>
          <a:prstGeom prst="roundRect">
            <a:avLst>
              <a:gd name="adj" fmla="val 11520"/>
            </a:avLst>
          </a:prstGeom>
          <a:solidFill>
            <a:srgbClr val="FF656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F745005-8998-AE3C-DC34-B40126B606AC}"/>
              </a:ext>
            </a:extLst>
          </p:cNvPr>
          <p:cNvSpPr/>
          <p:nvPr/>
        </p:nvSpPr>
        <p:spPr>
          <a:xfrm>
            <a:off x="259978" y="2929380"/>
            <a:ext cx="2572870" cy="1219200"/>
          </a:xfrm>
          <a:prstGeom prst="roundRect">
            <a:avLst>
              <a:gd name="adj" fmla="val 11520"/>
            </a:avLst>
          </a:prstGeom>
          <a:solidFill>
            <a:srgbClr val="FF656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54E2B0C-5D3A-7CAC-F212-BBB79B6FC6BB}"/>
              </a:ext>
            </a:extLst>
          </p:cNvPr>
          <p:cNvSpPr/>
          <p:nvPr/>
        </p:nvSpPr>
        <p:spPr>
          <a:xfrm>
            <a:off x="3325907" y="1658470"/>
            <a:ext cx="2572870" cy="1219200"/>
          </a:xfrm>
          <a:prstGeom prst="roundRect">
            <a:avLst>
              <a:gd name="adj" fmla="val 11520"/>
            </a:avLst>
          </a:prstGeom>
          <a:solidFill>
            <a:schemeClr val="accent4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974A7CE-9AB6-0B63-B2CD-0A0A19776174}"/>
              </a:ext>
            </a:extLst>
          </p:cNvPr>
          <p:cNvSpPr/>
          <p:nvPr/>
        </p:nvSpPr>
        <p:spPr>
          <a:xfrm>
            <a:off x="3325907" y="2929380"/>
            <a:ext cx="2572870" cy="1219200"/>
          </a:xfrm>
          <a:prstGeom prst="roundRect">
            <a:avLst>
              <a:gd name="adj" fmla="val 11520"/>
            </a:avLst>
          </a:prstGeom>
          <a:solidFill>
            <a:schemeClr val="accent4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061075F-7DF3-227E-6532-103ABF00741C}"/>
              </a:ext>
            </a:extLst>
          </p:cNvPr>
          <p:cNvSpPr/>
          <p:nvPr/>
        </p:nvSpPr>
        <p:spPr>
          <a:xfrm>
            <a:off x="6373906" y="1656391"/>
            <a:ext cx="2572870" cy="1219200"/>
          </a:xfrm>
          <a:prstGeom prst="roundRect">
            <a:avLst>
              <a:gd name="adj" fmla="val 11520"/>
            </a:avLst>
          </a:prstGeom>
          <a:solidFill>
            <a:schemeClr val="accent6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BD1E57B-C5E1-B14A-3E69-4CD101B7128D}"/>
              </a:ext>
            </a:extLst>
          </p:cNvPr>
          <p:cNvSpPr/>
          <p:nvPr/>
        </p:nvSpPr>
        <p:spPr>
          <a:xfrm>
            <a:off x="9457765" y="1658470"/>
            <a:ext cx="2572870" cy="1219200"/>
          </a:xfrm>
          <a:prstGeom prst="roundRect">
            <a:avLst>
              <a:gd name="adj" fmla="val 11520"/>
            </a:avLst>
          </a:prstGeom>
          <a:solidFill>
            <a:schemeClr val="accent5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02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FCB9659-12CF-6C6F-B155-D6A0F6305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59" y="1714259"/>
            <a:ext cx="5782482" cy="3429479"/>
          </a:xfrm>
          <a:prstGeom prst="rect">
            <a:avLst/>
          </a:prstGeom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1BA3FCB6-BB11-2225-9F03-1B56AABBE2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6007182"/>
              </p:ext>
            </p:extLst>
          </p:nvPr>
        </p:nvGraphicFramePr>
        <p:xfrm>
          <a:off x="3959256" y="2260766"/>
          <a:ext cx="4053527" cy="2490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10E6B1FE-5C71-1571-68D1-D5ECF3C13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278" y="4338171"/>
            <a:ext cx="2969443" cy="71180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9B25F38-0C0E-ECA0-6D56-58881A6FEFC5}"/>
              </a:ext>
            </a:extLst>
          </p:cNvPr>
          <p:cNvSpPr txBox="1"/>
          <p:nvPr/>
        </p:nvSpPr>
        <p:spPr>
          <a:xfrm>
            <a:off x="4685092" y="3949830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9 – 64%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C0DB8A9-1FBD-C56F-5AE6-6E4813E68447}"/>
              </a:ext>
            </a:extLst>
          </p:cNvPr>
          <p:cNvSpPr txBox="1"/>
          <p:nvPr/>
        </p:nvSpPr>
        <p:spPr>
          <a:xfrm>
            <a:off x="5494553" y="2070163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1 – 7%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522189C-ECAE-8E71-B4E5-C2F77774A0D7}"/>
              </a:ext>
            </a:extLst>
          </p:cNvPr>
          <p:cNvSpPr txBox="1"/>
          <p:nvPr/>
        </p:nvSpPr>
        <p:spPr>
          <a:xfrm>
            <a:off x="6698138" y="2535698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1" dirty="0"/>
              <a:t>4 – 29%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8AA736B-923B-EE7B-AC70-699037185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024" y="4751109"/>
            <a:ext cx="1971950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48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Dandalo</dc:creator>
  <cp:lastModifiedBy>Renato Dandalo</cp:lastModifiedBy>
  <cp:revision>1</cp:revision>
  <dcterms:created xsi:type="dcterms:W3CDTF">2026-02-22T03:11:51Z</dcterms:created>
  <dcterms:modified xsi:type="dcterms:W3CDTF">2026-02-22T05:54:33Z</dcterms:modified>
</cp:coreProperties>
</file>